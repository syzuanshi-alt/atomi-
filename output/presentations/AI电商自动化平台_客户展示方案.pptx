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ae1175c09c4a68" /><Relationship Type="http://schemas.openxmlformats.org/officeDocument/2006/relationships/extended-properties" Target="/docProps/app.xml" Id="R20f21777b36e46f9" /><Relationship Type="http://schemas.openxmlformats.org/officeDocument/2006/relationships/officeDocument" Target="/ppt/presentation.xml" Id="Ra694e57e2335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d06fd0d5946c2"/>
  </p:sldMasterIdLst>
  <p:notesMasterIdLst>
    <p:notesMasterId xmlns:r="http://schemas.openxmlformats.org/officeDocument/2006/relationships" r:id="R86d4234415c5467b"/>
  </p:notesMasterIdLst>
  <p:sldIdLst>
    <p:sldId xmlns:r="http://schemas.openxmlformats.org/officeDocument/2006/relationships" id="256" r:id="R919b7bd86ba049e4"/>
    <p:sldId xmlns:r="http://schemas.openxmlformats.org/officeDocument/2006/relationships" id="257" r:id="R13c3b993cf644baa"/>
    <p:sldId xmlns:r="http://schemas.openxmlformats.org/officeDocument/2006/relationships" id="258" r:id="R1bab94fd63284e04"/>
    <p:sldId xmlns:r="http://schemas.openxmlformats.org/officeDocument/2006/relationships" id="259" r:id="R09f2fc7094a3495d"/>
    <p:sldId xmlns:r="http://schemas.openxmlformats.org/officeDocument/2006/relationships" id="260" r:id="R1f1249867e694deb"/>
    <p:sldId xmlns:r="http://schemas.openxmlformats.org/officeDocument/2006/relationships" id="261" r:id="Ra006560d45de4a6c"/>
    <p:sldId xmlns:r="http://schemas.openxmlformats.org/officeDocument/2006/relationships" id="262" r:id="Rcac443169d8b4089"/>
    <p:sldId xmlns:r="http://schemas.openxmlformats.org/officeDocument/2006/relationships" id="263" r:id="R64054fd97624409f"/>
    <p:sldId xmlns:r="http://schemas.openxmlformats.org/officeDocument/2006/relationships" id="264" r:id="R6764586444d742fd"/>
    <p:sldId xmlns:r="http://schemas.openxmlformats.org/officeDocument/2006/relationships" id="265" r:id="Rcf1621d19b2149b3"/>
    <p:sldId xmlns:r="http://schemas.openxmlformats.org/officeDocument/2006/relationships" id="266" r:id="R0c4c77cd68ff485b"/>
    <p:sldId xmlns:r="http://schemas.openxmlformats.org/officeDocument/2006/relationships" id="267" r:id="R9383d89de1b54c3e"/>
    <p:sldId xmlns:r="http://schemas.openxmlformats.org/officeDocument/2006/relationships" id="268" r:id="R7ab741d8c4c64024"/>
    <p:sldId xmlns:r="http://schemas.openxmlformats.org/officeDocument/2006/relationships" id="269" r:id="Rc67b695acf3d45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c102d41bfa49f4" /><Relationship Type="http://schemas.openxmlformats.org/officeDocument/2006/relationships/slideMaster" Target="/ppt/slideMasters/slideMaster1.xml" Id="R731d06fd0d5946c2" /><Relationship Type="http://schemas.openxmlformats.org/officeDocument/2006/relationships/notesMaster" Target="/ppt/notesMasters/notesMaster1.xml" Id="R86d4234415c5467b" /><Relationship Type="http://schemas.openxmlformats.org/officeDocument/2006/relationships/presProps" Target="/ppt/presProps.xml" Id="R8f23e210e27d4a36" /><Relationship Type="http://schemas.openxmlformats.org/officeDocument/2006/relationships/viewProps" Target="/ppt/viewProps.xml" Id="R8c3ea906c38a4c2b" /><Relationship Type="http://schemas.openxmlformats.org/officeDocument/2006/relationships/tableStyles" Target="/ppt/tableStyles.xml" Id="Rbe67c64e4a404cfb" /><Relationship Type="http://schemas.openxmlformats.org/officeDocument/2006/relationships/slide" Target="/ppt/slides/slide1.xml" Id="R919b7bd86ba049e4" /><Relationship Type="http://schemas.openxmlformats.org/officeDocument/2006/relationships/slide" Target="/ppt/slides/slide2.xml" Id="R13c3b993cf644baa" /><Relationship Type="http://schemas.openxmlformats.org/officeDocument/2006/relationships/slide" Target="/ppt/slides/slide3.xml" Id="R1bab94fd63284e04" /><Relationship Type="http://schemas.openxmlformats.org/officeDocument/2006/relationships/slide" Target="/ppt/slides/slide4.xml" Id="R09f2fc7094a3495d" /><Relationship Type="http://schemas.openxmlformats.org/officeDocument/2006/relationships/slide" Target="/ppt/slides/slide5.xml" Id="R1f1249867e694deb" /><Relationship Type="http://schemas.openxmlformats.org/officeDocument/2006/relationships/slide" Target="/ppt/slides/slide6.xml" Id="Ra006560d45de4a6c" /><Relationship Type="http://schemas.openxmlformats.org/officeDocument/2006/relationships/slide" Target="/ppt/slides/slide7.xml" Id="Rcac443169d8b4089" /><Relationship Type="http://schemas.openxmlformats.org/officeDocument/2006/relationships/slide" Target="/ppt/slides/slide8.xml" Id="R64054fd97624409f" /><Relationship Type="http://schemas.openxmlformats.org/officeDocument/2006/relationships/slide" Target="/ppt/slides/slide9.xml" Id="R6764586444d742fd" /><Relationship Type="http://schemas.openxmlformats.org/officeDocument/2006/relationships/slide" Target="/ppt/slides/slide10.xml" Id="Rcf1621d19b2149b3" /><Relationship Type="http://schemas.openxmlformats.org/officeDocument/2006/relationships/slide" Target="/ppt/slides/slide11.xml" Id="R0c4c77cd68ff485b" /><Relationship Type="http://schemas.openxmlformats.org/officeDocument/2006/relationships/slide" Target="/ppt/slides/slide12.xml" Id="R9383d89de1b54c3e" /><Relationship Type="http://schemas.openxmlformats.org/officeDocument/2006/relationships/slide" Target="/ppt/slides/slide13.xml" Id="R7ab741d8c4c64024" /><Relationship Type="http://schemas.openxmlformats.org/officeDocument/2006/relationships/slide" Target="/ppt/slides/slide14.xml" Id="Rc67b695acf3d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d48d51837a4d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d60250f7654b21" /><Relationship Type="http://schemas.openxmlformats.org/officeDocument/2006/relationships/notesMaster" Target="/ppt/notesMasters/notesMaster1.xml" Id="Re184c1fcb2b4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dcb0488c674da7" /><Relationship Type="http://schemas.openxmlformats.org/officeDocument/2006/relationships/notesMaster" Target="/ppt/notesMasters/notesMaster1.xml" Id="Rdd5f7dd4246c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32f31855fa49ee" /><Relationship Type="http://schemas.openxmlformats.org/officeDocument/2006/relationships/notesMaster" Target="/ppt/notesMasters/notesMaster1.xml" Id="R7f3ef6c14c6a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4458c17271454e" /><Relationship Type="http://schemas.openxmlformats.org/officeDocument/2006/relationships/notesMaster" Target="/ppt/notesMasters/notesMaster1.xml" Id="R4e1e1762f1f74a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bb301d594240b3" /><Relationship Type="http://schemas.openxmlformats.org/officeDocument/2006/relationships/notesMaster" Target="/ppt/notesMasters/notesMaster1.xml" Id="R7ff484bf80d747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ba3094b814ccd" /><Relationship Type="http://schemas.openxmlformats.org/officeDocument/2006/relationships/notesMaster" Target="/ppt/notesMasters/notesMaster1.xml" Id="Rea71a94d3cc840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c681c4fea74052" /><Relationship Type="http://schemas.openxmlformats.org/officeDocument/2006/relationships/notesMaster" Target="/ppt/notesMasters/notesMaster1.xml" Id="R8afe8df93fe846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166323a62e4c24" /><Relationship Type="http://schemas.openxmlformats.org/officeDocument/2006/relationships/notesMaster" Target="/ppt/notesMasters/notesMaster1.xml" Id="Rc4d9af0d7bdc4d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80e5ec77554879" /><Relationship Type="http://schemas.openxmlformats.org/officeDocument/2006/relationships/notesMaster" Target="/ppt/notesMasters/notesMaster1.xml" Id="Rdbac1a6db00c4c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94da40386547f5" /><Relationship Type="http://schemas.openxmlformats.org/officeDocument/2006/relationships/notesMaster" Target="/ppt/notesMasters/notesMaster1.xml" Id="R5f3d7cf6623c4a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2e7b98fe54cee" /><Relationship Type="http://schemas.openxmlformats.org/officeDocument/2006/relationships/notesMaster" Target="/ppt/notesMasters/notesMaster1.xml" Id="R5acadd9ace3e40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217a97babe4d07" /><Relationship Type="http://schemas.openxmlformats.org/officeDocument/2006/relationships/notesMaster" Target="/ppt/notesMasters/notesMaster1.xml" Id="Rc88d2aa1796645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67ce515d174093" /><Relationship Type="http://schemas.openxmlformats.org/officeDocument/2006/relationships/notesMaster" Target="/ppt/notesMasters/notesMaster1.xml" Id="R787d970685be4b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05a19dff8b4a06" /><Relationship Type="http://schemas.openxmlformats.org/officeDocument/2006/relationships/notesMaster" Target="/ppt/notesMasters/notesMaster1.xml" Id="R2b61362465294b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1a0c1160749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abe5db774249f3" /><Relationship Type="http://schemas.openxmlformats.org/officeDocument/2006/relationships/slideLayout" Target="/ppt/slideLayouts/slideLayout1.xml" Id="Rf468003a201440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8003a201440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408be9434396" /><Relationship Type="http://schemas.openxmlformats.org/officeDocument/2006/relationships/notesSlide" Target="/ppt/notesSlides/notesSlide1.xml" Id="Rf5286a7e8cab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ff9f52217434c" /><Relationship Type="http://schemas.openxmlformats.org/officeDocument/2006/relationships/notesSlide" Target="/ppt/notesSlides/notesSlide2.xml" Id="R6dd89661eb5a4c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42452f2c9409b" /><Relationship Type="http://schemas.openxmlformats.org/officeDocument/2006/relationships/notesSlide" Target="/ppt/notesSlides/notesSlide3.xml" Id="R3546b68ef086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3a58cf261426d" /><Relationship Type="http://schemas.openxmlformats.org/officeDocument/2006/relationships/notesSlide" Target="/ppt/notesSlides/notesSlide4.xml" Id="Rd2649bb36d9a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1a6b11ede4a55" /><Relationship Type="http://schemas.openxmlformats.org/officeDocument/2006/relationships/notesSlide" Target="/ppt/notesSlides/notesSlide5.xml" Id="R60e91eb340fb4a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75b518e6848af" /><Relationship Type="http://schemas.openxmlformats.org/officeDocument/2006/relationships/notesSlide" Target="/ppt/notesSlides/notesSlide6.xml" Id="Rc4db402de5164c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ef1a4485447f7" /><Relationship Type="http://schemas.openxmlformats.org/officeDocument/2006/relationships/notesSlide" Target="/ppt/notesSlides/notesSlide7.xml" Id="R409e9998d2c94a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892ec07ab4dd0" /><Relationship Type="http://schemas.openxmlformats.org/officeDocument/2006/relationships/notesSlide" Target="/ppt/notesSlides/notesSlide8.xml" Id="R7d6f78859ac64c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4a7b4a0ce4936" /><Relationship Type="http://schemas.openxmlformats.org/officeDocument/2006/relationships/notesSlide" Target="/ppt/notesSlides/notesSlide9.xml" Id="R7c41177d63304e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6f6a516b84b1c" /><Relationship Type="http://schemas.openxmlformats.org/officeDocument/2006/relationships/notesSlide" Target="/ppt/notesSlides/notesSlide10.xml" Id="Rac4294e515ab46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6d51dae824804" /><Relationship Type="http://schemas.openxmlformats.org/officeDocument/2006/relationships/notesSlide" Target="/ppt/notesSlides/notesSlide11.xml" Id="R7de955deb1e94d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64c1c1fe48be" /><Relationship Type="http://schemas.openxmlformats.org/officeDocument/2006/relationships/notesSlide" Target="/ppt/notesSlides/notesSlide12.xml" Id="Ra34f0f35ef0041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bd0701e0e4bc0" /><Relationship Type="http://schemas.openxmlformats.org/officeDocument/2006/relationships/notesSlide" Target="/ppt/notesSlides/notesSlide13.xml" Id="Rc89b964d3d8e4e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82efb10aa4262" /><Relationship Type="http://schemas.openxmlformats.org/officeDocument/2006/relationships/notesSlide" Target="/ppt/notesSlides/notesSlide14.xml" Id="R182af14a79454a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5A9202-48E5-4102-A795-59173369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69D96-B672-456E-9487-57575D0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A24F5-EADC-4D49-A4B6-EB20B07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A8922-0640-4C7D-A13A-C54F1883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ECA05-3F1B-4BCC-A6BC-563570C8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87E4E-AB25-4301-BF25-F728D69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DFC49-9B5B-44BB-86B1-833006F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D8CCC-3931-48A3-9F80-EE030077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4D749-8BF1-4110-9B20-1478BA9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BC6A0-2165-433F-87FF-A958190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0C399-BFED-442D-B4D3-F514DE6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4E5D9-9511-403E-9A23-26E1E5F0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5EEB9-80F9-4B73-9881-750F5526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FB05E-B23F-4400-AAB2-7B985594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6E802-244D-4DDF-8458-A439EAF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B74CA-CF79-4600-B363-7641CDE5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高端跨境腕表电商 SaaS 自动化运营平台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ADA22-ADA2-434C-924E-C1C3BBC1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把客服、订单、物流、投流和协同收进一个可审计的经营中台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CA96F-C7B1-4A18-96EE-990CDF7A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面向客户当面演示：展示最终可落地效果、一期试点边界和 8-10 周交付路线。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C6131-B6B8-48E6-90E4-1990AE59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0425E-A302-47B4-A394-1AC5518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Demo 演示 / 不含真实密钥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5FC29-F499-4D7D-A9A3-199A5D56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48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398B9-34D5-409E-83F0-0ACB984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电脑端管理 + 手机端轻工作台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9B0E8-E1B1-4528-86E9-8E4E9310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48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E0AD6-C6AA-4800-8CC8-6815DA44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只托管低风险动作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ED6E4-F5FB-4787-9597-D569ECF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48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375D4-8CC3-42C3-9B2B-D7AC2C24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895350"/>
            <a:ext cx="8763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14ACE-B5A2-4A2C-B239-3253705A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001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97AC8-95EB-416E-9CE8-E00C1F4F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002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E6290-C55B-40A1-9146-E97F3F8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223F9A-DB7D-42A9-BF0D-156CB401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投流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66943-F232-4492-AA5A-D9DE154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审核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58D548-00BA-40FD-8972-9BF2F678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93345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ED2DF-1DC9-4DBB-9413-399980E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858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GMV（成交额）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33C95-8343-4E5F-93D0-77B2EA2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573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¥1.28M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8CB8A2-1A0E-46F0-85D7-7396D755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经营汇总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39C9F-1F6D-4004-855F-4AE7163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93345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76DC4B-158A-40EC-AA80-8AE9CDA9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0858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ROAS（广告回报）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BD0504-F2D8-4070-B4A4-F48D5BC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573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4.6x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045FD8-BE7C-49EA-A1C3-231598E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240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投流效率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A9F2FF-10BB-4765-8E78-D10540D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457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CFF4E-8988-475C-AAA1-34DA6A4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今日待处理事件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9D0269-A442-4B07-9A23-EA76D493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A19D62-9B23-4FEE-BF3B-3F27D6F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高价值客户咨询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08FB8E-AEFE-4865-AD8F-6E8BEF2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615666-F82B-44A5-B954-CD71D048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物流异常跟进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A9933A-BC68-4FFB-BF2C-DA5A2BA9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85FDAE-5F19-434F-9099-DF97D02A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草稿待审核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F02891-A51C-424C-A0E4-C27C2315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053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最终交付目标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07E5CA-AA05-4C92-9C59-831D4FAE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经营数据每天自动汇总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829E37-794F-485E-BAEE-DDA38BF1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3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2390B9-4E74-4518-B750-558FD0DA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跨平台消息统一接收与翻译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9B83A8-27C0-4025-A84C-36BE434A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6E3FED-9B8A-4FE4-9308-5B645CB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离线托管生成上班处理清单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78F33F-406E-45CF-A682-742A59E7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67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FE4D99-9A0E-4B0F-B913-512A99EF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订单、物流、客服会话可追溯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97A2E4-58D1-4C79-B6B6-ACC2704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34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6189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F76C1-E5C4-422F-ACFA-D9386FF1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9A913-4241-45BF-9C82-AA7FC6E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B08EC-368A-4C9B-B828-BC18CD5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6476F-1417-4757-BF9E-043514CE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6A6FB-0908-467A-8050-A65BA92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4CBBD-938E-49CD-9D1B-AF63AFF6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E7EAA-3A02-4501-9761-BA55053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CDE63-96A7-4222-B2C4-693AA2F9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CC147-5B31-45EE-8A75-6AC7A562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951E4-7B43-4DD6-9280-11C62C9A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F6E52-C203-402A-9BE7-D5347DFA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6B137-0540-46C2-ACF3-9EBB293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7C1C5-848F-4CBF-8897-AE92876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EB410-565F-408F-8418-07FF36C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99A8F-51CC-4A01-90C1-21036A9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ABBC4-3E32-4B3B-A0BB-6EC5B57F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演示导航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F1B5C-35C3-478A-A0DD-26DB13AF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今天客户将看到的最终效果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E7132-4696-4C46-9494-761DC4F1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这不是单个 Demo 页面，而是一套可逐步接入真实业务的运营中台演示路线。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9C02-DE50-40A9-89A4-9E8BF2D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327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6115A-DD15-4944-9F50-BC01DF5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F6BFB-6734-4DE0-9D75-CBE1174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平台总控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B5D17-E6D6-4B85-8391-A13EE54E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老板和运营每天先看这里：销售、风险、待处理任务和 AI 建议。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CA38A-83D6-46CB-A095-633E9E67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A7FEB-B0D2-4C50-A0BF-31A322F0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4315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353E9-2F05-4564-8582-1ABF683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14550"/>
            <a:ext cx="327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D16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D68CF-13C9-40F1-81E0-DD33E79B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1321C-0677-4EB8-83E8-7CCB8640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客服托管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40523-A059-48ED-A1F0-839407C4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多渠道消息统一接入，翻译、草稿、离线收集信息，人工审核后回复。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6ACA1-79BA-419B-BEA7-2996054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819D5-0BA7-48E8-8720-0BFCFA8E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F7658-8AF8-40C7-A8E0-840D482E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327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1C8AD-22B2-4C81-9763-7EF1FE0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083F3B-AC74-4481-B332-167528A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订单物流联动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EC2D94-1F70-47CA-B2D4-DAFD8B7B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客服会话里直接看到订单、物流、售后风险和下一步动作。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4A79C8-E29E-4F18-B0F0-63A8E0C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860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E41767-680F-4E76-98DC-9E3825B9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4315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0E738-7B0F-4830-BD50-58CD0A25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327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5740AF-3678-44DC-82CB-E7454F87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16344E-7BCE-4B9C-966B-5A25EEF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数据接入路线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5DC3EF-E96A-41E2-94E7-C5226AF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低难度渠道先跑通，高权限平台按官方接口逐步接入。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0D4132-C1D2-4384-912D-DC1CE340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F742A0-2FAB-4230-8C3B-F016D6C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00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6ECCA8-8BB5-4702-AFD8-21D1E3A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81400"/>
            <a:ext cx="327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02038-7C0A-4468-9B26-09EEBF16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71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541EC5-894C-426D-90ED-2025515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投流与达人增长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B009BE-5FE3-44F7-9FA2-AB00957C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素材、广告、达人建联和销售结果放进同一套分析逻辑。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77AA65-C449-4119-A4AA-B2F8E77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040224-57B7-4E98-BA19-331A28E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6C72D3-13D7-42E8-87D4-1422DC71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327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6CA701-E211-4DED-A690-AED39837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2FCC20-E7BF-4FAB-80BB-6783F4D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交付与安全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587E71-F52D-4DD6-A89F-7E5FF7DD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多客户权限隔离、AI 审批、审计日志和 10 周试点路线。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88FFF9-9EAA-4DD5-B970-C7F959AB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528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AFF7B2-39F9-4447-B8E7-99F442C3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1EAB22-8457-468B-92F0-7C57DFC9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46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5B38E4-E348-414F-B316-07143CD0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8CB3CE-6A43-461D-8F97-B3388570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147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看总控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E871FD-62AB-453E-9BCD-24E73AFD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5600700"/>
            <a:ext cx="146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FA303F-6FF9-40E6-A692-4E339FC0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5524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6F0AC1-1D87-4E22-8D53-6CE490B0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5791200"/>
            <a:ext cx="147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看客服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C59E67-A383-4206-99E1-F00F52F0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5600700"/>
            <a:ext cx="146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5711B8-51F5-427A-BD2F-0DEA9E09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5524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40DE4D-1B04-4879-BE83-6C73961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5791200"/>
            <a:ext cx="147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看订单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CDD792-DF56-4872-9795-189ACDF9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146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7D8AC4-E623-41CA-9F69-FC2E91EE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B1E7B3-EC42-4B0B-8886-86B9476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147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看数据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FED95E-4A5D-4690-9157-0139E47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5600700"/>
            <a:ext cx="146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D8BF28-157B-4157-9731-EABCA64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5524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A8A57E-380B-4E09-A927-02C839E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5791200"/>
            <a:ext cx="147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看增长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CAF82-5C2B-4392-B0B2-2FAE7E26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5600700"/>
            <a:ext cx="146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7DCD0F-A221-4D97-9CC2-E701CA8F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5524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E09D10-E2DC-4CE5-B4F0-708F3726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5791200"/>
            <a:ext cx="147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看交付</a:t>
            </a:r>
          </a:p>
        </p:txBody>
      </p:sp>
    </p:spTree>
    <p:extLst>
      <p:ext uri="{BB962C8B-B14F-4D97-AF65-F5344CB8AC3E}">
        <p14:creationId xmlns:p14="http://schemas.microsoft.com/office/powerpoint/2010/main" val="16128723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02B6C-807B-418A-8B15-7DFDF7FA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606BB-6FE4-4739-BAEA-815BD73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4E1E4-3451-43BE-8C6A-76559F31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EE83D-1CEB-409D-8BD6-0E0BD514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F70A4-53A8-46DA-8184-55F0B40C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C5A4-287B-4F7E-B0BD-4FD5D7F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5394B-7634-4B84-B778-747EEF00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6EC7A-1462-41F5-A7BB-B4A9272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E8049-3F5E-434D-A6CB-D81D966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C0979-8CC9-4855-900E-FEA9CB3B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904C9-0135-4D81-BE09-112DD1F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4DE27-F0A4-46F3-83FD-B6664FA6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DEA4E-C6F5-449A-A0E0-0DEDECF3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E13D7-275E-49D0-99F5-B2B5DF6E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71D9B-FE93-461E-A7C6-C57EB0B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94593-F6D4-4C6B-8613-069DC1B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业务痛点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E6B86-86B4-4F2D-B102-49CED80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复杂业务不是缺工具，而是缺统一判断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C1BCA-EAA0-4DA9-B658-A069821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跨境腕表业务里，客户咨询、订单、物流、达人、广告和内部协同被拆散，人工每天在多个后台重复查找。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C77FC-E17C-4D80-9D1B-9D3EFDC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AF630-8B3B-46C9-89E7-EDA1E88E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现在的典型状态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0F0A6-5D09-45B1-B2B8-96AC20A6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客服消息分散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CC5E6-9401-4301-9D39-E20B093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432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424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33E8F-501C-4273-AE9A-BFEAAB2A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43225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6C9BB-17DE-4626-868E-ED1E5D5A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订单和物流靠人工查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45908-84F2-4677-BF86-7B8ABB19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242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424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7FE97-8118-4335-92EA-6C20E3D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24225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E0286-213F-4215-B455-38C8BA1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输出没有审批记录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CB943-C232-4115-8E9F-ABD06DA7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052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424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9633D-046F-4B82-8DA8-2B04635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05225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77D2E-2636-43FD-918E-04EC3856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广告素材复盘不成体系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7A37A-2B00-4D83-8695-806F545A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862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424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2294E-3FE1-4995-84FC-E54BB7ED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86225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DD5BF-706A-48B7-AD1A-DDC1490D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达人建联信息易丢失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10AD2F-9768-4AF3-A4ED-0521CBC3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424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78EE1-4257-4272-8AC6-8956A4D5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1381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6FEF17-7CA3-4615-B7F2-7FA52213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老板看不到每天风险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26E3A0-D0D7-427B-B9C1-9D527CA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4822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424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998B36-BE30-4D92-AD9D-9E5FF12B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48225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C834E-AAD7-47C9-8D3D-E17CD9F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5E1FA1-ADD1-44A7-9041-79BD5E9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平台要解决的不是“多加几个功能”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D41799-19D4-4BBC-B63E-F9C0626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真正要交付的是一条稳定的业务闭环：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20C8BB-049D-4E53-87F4-9FA0ED33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6262E3-5CC5-4A16-A8F9-121DA40D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575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490D77-1C1D-43B3-BA2E-043FDE45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0BBEB8-7845-49B5-BD3D-80C25D97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38525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外部数据进入统一中台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58670C-5707-4EAE-AB4E-4EBF3F4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接入状态、同步日志、失败重试清楚可见。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5903DB-8ABE-418F-BD34-AAA1B835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4F117D-8181-4D79-8B29-28CED9A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43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2217EB-2F10-4100-B642-A365CBC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78EB30-7F3C-4B17-A742-F0817E77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24325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先做低风险辅助，不越权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69246-08D0-4759-8D26-7C85DB7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翻译、总结、草稿、离线信息收集。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CD6FE6-8369-4DED-833A-5730295F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798180-CBB3-4E8B-97A4-D641428C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291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D7197E-D5E8-4B7E-B212-5319B435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76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999CDD-3758-421B-B713-93D0CF4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0125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人工审核关键动作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8D27B0-F2B7-436F-A6C5-93B4F82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48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退款、补偿、改价等必须人工确认。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548182-E163-4E85-BED3-509EB12C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721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97DA83-4058-49A5-8F82-49C363D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14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6B7BD6-D5C9-45DF-B134-8F2E11CE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626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32FDB6-A190-4AEC-BA26-D711550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95925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每日输出可追溯经营结论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AE0F9B-8CDC-41C8-9843-83494FBA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34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日报、风险、客户机会同步到团队。</a:t>
            </a:r>
          </a:p>
        </p:txBody>
      </p:sp>
    </p:spTree>
    <p:extLst>
      <p:ext uri="{BB962C8B-B14F-4D97-AF65-F5344CB8AC3E}">
        <p14:creationId xmlns:p14="http://schemas.microsoft.com/office/powerpoint/2010/main" val="10328738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B45868-C6ED-4FBD-A7FD-B8F6197A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9F48C-ABFD-4BE1-8E89-F3CFD2D0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76E47-5D4F-4431-A747-1196E624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B00EF-9F27-480F-9A2C-B729065B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CCC3-28D4-442E-B7FD-78B7093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CF8C0-70A1-4206-BC29-CBEC17F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0E86C-7294-44E4-A8E5-3686D56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1BA5B-286F-4672-8FBF-D741F225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B0970-75EF-4B42-928C-EFF609F7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0E73A-E821-4750-87A5-55B77A90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DA20B-CFD0-4E08-9984-27B729C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93FA7-6CD5-4DF2-934E-211B8DA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F911C-64D8-49C6-80B9-9051EC79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54863-F2AA-4242-89C0-C35050C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03A8E-90D6-4597-9A90-4BCF766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8B2CB-2A68-4D04-BB5A-26B66996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最终体验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AE9D1-F349-4FEC-BFAA-F8F60C8D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平台总控：每天先看一屏，知道该处理什么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78F92-46D3-409F-BEC4-0B850FE7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电脑端负责经营总览和复盘，手机端负责提醒、轻审核和下班后托管结果查看。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44CAE-9160-4B46-A7EC-4362D275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56CEB-6AE7-4FA3-8DA4-7E36B29C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524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D5686-C8C0-4E16-BEB9-3B9992E4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3A732-039B-4836-8534-D8DE4D8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平台总控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61031-67B3-4D90-A2D2-133BA38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统一客服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AFBE9-EC2B-439B-9B09-560013F6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订单物流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26F0E-C622-4680-B6F5-96D2A479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素材投流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E4F30-B0E1-42F2-9665-331FD70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达人 BD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0EE16-3C98-4BEA-BFDA-DF9FCE9D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审核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EC2BB9-73D3-4271-BC42-5D9773AC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9075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0F419-12A8-494E-A37F-F380C0DA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GMV（成交额）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216A3-A390-4A08-ADF9-B464F528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14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¥ 1.28M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39DC3-E6BB-4EFE-98B2-4A4C4C72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本周模拟经营指标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8FF46-1195-4FB7-90C4-5650C71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7FA96E-0727-4142-8578-D37AA8C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ROAS（广告回报）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5551AF-481A-46CB-AF9B-3E48FEDE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4.6x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A217AD-2D89-4A45-93DE-AC345C16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投流效率看板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038313-D049-44BD-A766-C35EE64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9075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304246-4F5E-4424-971D-197CE50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SLA（响应时效）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52C155-C4F2-4CC9-B127-534C7302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E8F9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288CA-55E4-4E20-99EF-DFD339B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客服处理时效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326B5C-3E94-4E84-91C0-352C5B3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BB8BD7-CF15-4725-99E0-7947A119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今日待处理经营事件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10E9F4-A8DB-4E97-9D76-83F522C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高价值客户咨询待确认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0937A-19C3-44E2-A770-94E014E5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52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2458C9-E27C-4D29-8E14-6D4E1475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物流异常需要人工跟进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589009-BF6E-4334-8392-05A6CCF1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8BC6A6-C41D-4000-AC1A-2F3E21AE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素材 A/B 测试建议生成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F6412A-6B6F-4060-8EA4-C4C9230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24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793947-E931-4425-BDD5-CC0A5129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达人报价信息待审核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A6CC65-2EB3-4798-931E-24687B29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10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E19C8B-EB12-40BC-8770-6E0E903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1485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885FAC-66C7-4D32-854D-A856EA95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71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建议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5C1ABD-B186-4C60-94DF-936CC1B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今晚托管需重点收集：订单号、邮箱、问题类型、截图。高风险售后不自动承诺。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EE56A3-3A8B-4766-9A01-A0F842C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FF88D6-944F-41FD-8411-662FDF6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客户看到的价值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4E233F-6FDF-4E9C-868F-92F29C3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少切后台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3D2465-F653-49B6-98DF-1204F5CF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不用在客服、订单、物流、广告后台之间来回找。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DF1569-064F-4229-93DB-B3547762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少漏风险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4BC47F-51FD-485A-8C69-3DECCF74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528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异常订单、高风险售后、未回复客户被系统提示。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BEB27C-C2DB-4DB3-8768-B7B631E2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少靠感觉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25B2AD-8F03-445B-9670-0C8E488F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每天按数据给出可解释建议，不替代人工判断。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51A5E5-B898-4188-8FD0-1926C99E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01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适合交付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51C1ED-844A-46C0-B4C9-F424C75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101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权限、日志、审批让客户公司可以放心试点。</a:t>
            </a:r>
          </a:p>
        </p:txBody>
      </p:sp>
    </p:spTree>
    <p:extLst>
      <p:ext uri="{BB962C8B-B14F-4D97-AF65-F5344CB8AC3E}">
        <p14:creationId xmlns:p14="http://schemas.microsoft.com/office/powerpoint/2010/main" val="6788300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F793E-E2D4-4EC6-B3AD-2B644645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EECD9-1C65-4E57-BE1D-1A2B3D38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38A30-DB62-4B6B-AA57-2BAFFF2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298A8-164E-43BA-9E81-9BE0279D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1F01B-F225-4BDA-9424-19D4CECE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6E4BD-EE94-489A-83AE-73586F86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CD891-B1BB-4955-AD07-026D994C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6ED5F-C9E1-4085-99EC-C849F3C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7CF77-6EDD-4E1B-8101-1F67336A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F6751-1214-42EC-9C44-04CC6E29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D61E9-2FA4-4D99-82A8-28EEAD1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852BE-E648-4AB0-8231-ED9F3D5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24398-76FA-4DFD-B976-51AE6C08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BBE7-389E-41A9-969A-B20B5C56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D08E4-88E0-408E-8FFC-1B4119C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93A98-6B2A-49E0-839A-24D8A056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统一客服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38AA8-6213-451B-A785-CFF4E297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客服不是替代客服，而是把多平台消息收进一个工作台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0EFE7-F6B3-4A9F-A2B8-261310BE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先接独立站在线客服、表单、邮件和飞书通知；企业微信、WhatsApp、抖音、TikTok 后续按官方权限接入。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8745A-4999-400E-92DD-5C9D9C56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30D7C-3078-4ECF-BC0B-612E604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独立站聊天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4E11B-BC86-4347-8B53-B58FD0E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ABA37-2FF3-4046-BD45-E2445B0E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留言表单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D3C8C-B54D-40B1-AE20-6AAA635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10569-EADF-4927-BEEA-B4B3C7D6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邮件客服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96009-EBAB-4205-9268-EFFEEF1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DC03E-B5F2-4E2C-B438-45A6342C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飞书通知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7B77C-21C2-49E2-A3D8-6149580F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D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2B4E9-0A22-4776-8761-BBC288C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企业微信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491EC-852C-4E20-B7C2-DCEBBD50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D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D28FD-9E44-480F-92CD-526732FC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WhatsApp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693AE-38C4-48BF-BC12-DC904378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D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A8891F-D47F-4C82-9068-3009F66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抖音 / TikTok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CC646-C2F4-47A3-A302-5AD9A72E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57400"/>
            <a:ext cx="37528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6BF974-A8F3-448A-8928-AEBFF67B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统一会话队列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AF3799-5E61-45AD-A46E-E78BEC8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1A5FB-4166-4FA2-92AD-B226E9A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英文询价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720F3-D6F5-4639-B0D4-006FBD1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194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C3FA29-E8DB-4FFB-A588-22C0420A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需翻译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7C865-BDBC-494A-9216-1515195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6E8585-255B-40BF-8C5D-526038D6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订单物流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904BF0-7702-4F93-8790-C0C29C3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86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41613D-2408-41C6-AB7F-EC6A6D8D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43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待查单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7CD0C7-BFE7-49BE-BAFA-3D4BBF2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5765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C92F69-C7B0-497C-82EB-3FD2C55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售后投诉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DF623-B74A-4DFF-B3A7-F1E04E2D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52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2B197A-38CF-4201-83D2-C725E15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670D9F-3635-4694-B780-5CA8625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2440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BC0224-8A10-4C89-9638-C111203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38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批量采购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25175F-F06B-42A8-8260-C78C38B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196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04E723-B3C8-4894-A812-F6B5BF8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768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成交机会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9AFB66-3B05-4AE8-A8C0-2861D8C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57400"/>
            <a:ext cx="3619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CFF43E-9101-4D96-9359-D65F5B82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辅助面板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584AC1-53E2-4AC8-85ED-F779003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5BBEB8-B2B6-4842-AFEB-268299DD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9753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41C187-D853-4A46-9053-B82F80C6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138523-6AE4-4711-9405-845FFDAC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980" y="2838450"/>
            <a:ext cx="5486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9B4DC7-95D4-4911-9598-9161FFD1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1DFD5B-8765-411C-A28F-2E42EAAF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9753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实时翻译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1C3156-1D30-4BA2-82C3-8602B865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可用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0CDB06-7C33-4F2B-98D7-312A3279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980" y="3276600"/>
            <a:ext cx="5486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中英互译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854DBC-871F-43C8-8C1C-DD76B412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BB183B-1D0C-4DAA-B4A0-E4C977C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9753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回复草稿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182F4C-12F9-4A2B-8C31-A292F6C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可用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FA5D0E-E558-4A5E-966D-DB86A0D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980" y="3714750"/>
            <a:ext cx="5486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8BA019-69D3-43EE-9D0F-5A2B445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4BF84B-1539-4A28-824E-8F281B18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9753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低风险托管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641568-4D56-4435-883D-3F82F04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52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可用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37A5D3-F7BF-4064-8B93-00EC0BE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980" y="4152900"/>
            <a:ext cx="5486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仅收集信息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0BA1C0-AC0A-4AE2-AA33-B8F736D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578DB2-871D-4997-8087-A582ECD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91050"/>
            <a:ext cx="9753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退款承诺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18B4B4-95B9-4FCA-8ECE-17028FC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910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F16C1E-59CB-4F31-8313-B42A47E7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980" y="4591050"/>
            <a:ext cx="5486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转人工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27E8D8-D96F-459F-80EE-C9469D59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0065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所有 AI 输出进入数据库和审计日志，方便客户复盘每一次回复来源。</a:t>
            </a:r>
          </a:p>
        </p:txBody>
      </p:sp>
    </p:spTree>
    <p:extLst>
      <p:ext uri="{BB962C8B-B14F-4D97-AF65-F5344CB8AC3E}">
        <p14:creationId xmlns:p14="http://schemas.microsoft.com/office/powerpoint/2010/main" val="7144341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48257C-9364-4108-A8A5-89B7117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946C8-A2FC-41EB-A074-7E7B680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62D17-56B3-4D13-A3D0-73D533C1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13E28-B59B-4DCA-AC10-34C4071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E3AD5-DFC4-42B2-AB11-341E4E1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B15C3-6A5D-4F5A-A959-8B2FA836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CA428-3B7E-44FE-8B0D-CC9C32A0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200B6-0818-4243-BB2D-7AF7642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E827F-6562-4E43-8742-797DEA0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B9516-ECA3-458B-8F68-C5CCA42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B03BB-1A81-4FCF-AC64-6C1CC78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21849-6324-4737-BA44-0CB2F17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FAB19-7035-48AE-BC36-BB0E343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F4E58-2531-4F4C-A1EC-8BBAA480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EB3F2-D19A-4128-9887-D6DC126C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1F53C-6792-4AC6-9411-43D7C28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离线托管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D731E-012E-4D9A-AC21-749C933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客服下班后，AI 做低风险接待和信息收集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B5AF3-22BA-41FB-BF71-3948097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目标不是夜间自动解决所有问题，而是减少漏接、保留线索、让客服上班后按优先级处理。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B7287-C854-42EB-A9E9-608A2D6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95B87-9642-40CB-B36B-C83CB02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C1CB5-B80B-46EF-9429-0BD0F6D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客户进线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A785A-B870-4A79-B780-E77269E4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AA8E3-3D87-4D35-B343-E03D9E35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90888-AC84-42BC-A226-318CF10D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判断风险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2F322-93D2-47FF-8FC8-010F1AE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44964-2D5D-4C7B-B594-4D11DC9E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C5308D-61FB-4A25-BDFD-ED7EB003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低风险引导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310C95-9537-4717-921B-C7420F60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CE272-6754-45EF-AD85-C68AB094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1993B8-9F3E-41CF-AF1D-15B3BF9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收集资料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A7305-0980-46E4-922D-21FEF88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3EFE3-610E-4CCD-A65B-D71F5471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CEB213-8BA5-44B3-8C0A-3649AD93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生成日报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DC7452-2419-4645-B8B1-A71B307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7F01A9-E044-42AA-B81B-ADE24DB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E8208F-1464-468F-BD45-3C56694D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人工跟进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74CA1-090D-491C-A85F-36C9E44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B3ACE9-79E2-4D53-ABAC-4CC4457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AI 可以自动做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79B8A0-A5D0-48AC-8E74-52535EB6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欢迎语和上班时间说明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9CE7E6-4378-4AD3-80C1-A952BEFB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询问订单号、邮箱、购买平台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8170FF-E588-48BF-B851-061C2DF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中英文口语化翻译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AAC642-FE4F-4FBB-B327-53D0E104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引导客户上传截图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A0D841-0E0C-4200-9011-ABF7D6CD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记录潜在成交客户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B6741F-C13C-45DD-AA44-8EF2DCB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C293CC-4ACD-4416-8284-2577F17C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71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AI 禁止自动做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FB7DE3-6DAF-471D-BE9F-C5A364B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481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承诺退款、补偿、改价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09C401-73C2-4CE5-A81F-DA89A5C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338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确认取消订单或修改订单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653CF3-646E-411C-9DCE-0EB641F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96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承诺具体发货时间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27B6D3-52F6-4ED4-AD9D-58AF9EFC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053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法律/投诉结论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3C7D7E-0351-4154-8BCB-2F7DE9ED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营销群发和隐私删除确认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BFA2FA-8385-4542-94F8-3C30AB4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216B9E-96D3-46C8-A854-609AB122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第二天上班看到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1ADA6C-7364-49FC-BFC6-2B73DC02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昨晚托管日报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DA835D-5438-4946-B593-D4C26752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潜在成交客户 8 个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高风险售后 2 个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未完成会话 5 条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需要人工确认草稿 11 条</a:t>
            </a:r>
          </a:p>
        </p:txBody>
      </p:sp>
    </p:spTree>
    <p:extLst>
      <p:ext uri="{BB962C8B-B14F-4D97-AF65-F5344CB8AC3E}">
        <p14:creationId xmlns:p14="http://schemas.microsoft.com/office/powerpoint/2010/main" val="6908537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02E73-A931-49E2-BA36-9BAF375D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03CB9-D10B-4AFA-AC74-DC3F3913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56893-3127-455C-ABA2-14ED387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61AC6-2816-4209-AF7D-373B0B8E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9061D-42A6-44F5-B706-4902B48C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8A8DA-B073-400B-ADB6-3541A28F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34767-264F-481C-962D-4F45FDB1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C4E66-1BA3-42B3-BD24-37DB965A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639E4-6C2B-47FD-BFEF-0D3AB09B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BFFDC-DE19-44BE-9C36-9B640DDE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F7699-F04D-40E1-A022-47C711B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C29F5-93AD-46DA-9DBE-5CFE3E6C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CEF89-4EC0-403E-93D4-D7108D9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050A0-A945-49F9-BE3D-5185E80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7CAF7-AD0A-4A1A-97D3-2A2C7062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9343D-0CB4-41E8-9D6E-8863DC8D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订单物流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4D717-8038-45C1-BB57-0F46BF89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客服回复前，系统先把订单和物流背景摆出来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BFE8D-F487-46F0-8A86-44649737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高端腕表客单价高，售后沟通不能只看一句消息，必须结合订单、物流、客户历史和风险等级。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3BF2A-08BB-485E-B91A-5FFFD7E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1ABB4-806B-4F97-B9E6-D25DF51E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客户会话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978BC-D7EE-4489-8B0A-649D1BB8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D9CE7-916B-4AA1-B514-6B5D0C0B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BCF86-F873-4A20-B8DD-86CACBC8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765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My watch has not arrived.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5A055-43C7-4985-AA76-B3ACEC0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EF914-D0ED-46F0-AAE9-B4CAF6A5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AI 翻译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B7A42-17CD-4649-BED6-51EB63E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433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我的手表还没有送达。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7176D-542C-47E2-A4EB-9D4566C8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9CBD8-5C9C-4D03-AE6A-D840E72D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系统识别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469AF-712B-4001-A7EB-BF3AE4DE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00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物流咨询 / 中风险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9A3F2-6127-401E-BF6D-DE2593FA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F1B00-2260-4A2A-8E94-4D0296AE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建议动作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D6122-5D7D-44E7-ACDC-412BB96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76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查询物流，生成草稿，人工确认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1C8485-C1B3-4B02-BE23-AFBEBFD1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3276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72F635-ABEC-4E69-A410-62E0A88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订单与物流上下文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3B5454-45DC-43AA-8E18-0385388C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2762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4E55DD-82F2-4DDA-B431-38EB8D0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883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C49971-BECF-4BE2-9428-B2540C7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527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A831D6-B739-4978-9F88-8BC471A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2952750"/>
            <a:ext cx="4972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744F74-EC60-4847-A3F2-51F6B007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731BC9-A0B6-4752-8DB4-73E003DC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883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F3353-4F59-49BA-A894-D2207F19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909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#W-10248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B471D2-5437-4632-A509-392E287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3390900"/>
            <a:ext cx="4972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已支付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E6124C-5830-429F-BF6E-C1051C27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ECD0E-9F2B-4CE3-A09B-FD711F4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883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E99BE8-831F-4A5C-8D7A-B1CB70A1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290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瑞士机械表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2C82CD-8C1A-4D53-AA3A-7CCC3387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3829050"/>
            <a:ext cx="4972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高客单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CE38EB-148E-4CB4-A14C-708EB1D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6A6F9-5833-4931-9D4E-8198C6A7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883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物流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84C8C1-CA45-4875-8AA3-45C3395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672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清关中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BB126-F543-436E-975E-E781577E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4267200"/>
            <a:ext cx="4972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延迟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8F451B-8E16-43F8-B2B0-CDD21CFE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8E4CED-4B4D-4C06-9636-E77A5DB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883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历史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B69707-BF3D-4C4B-85B9-2DCE31E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053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二次咨询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F871A5-887A-4AEA-87B0-56A4D9C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4705350"/>
            <a:ext cx="4972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需跟进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48A19C-9827-4167-8AB7-C9ABE2D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4B462F-18FE-43B6-954A-C33F3909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回复前置规则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A1D334-3551-4B0B-A5F3-E37D510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45AD88-22D7-4236-BB15-657EFE3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3CE3EE-6E89-4E12-B902-46537CE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CF412D-1DD8-4987-8D9F-07A89ADA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003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先查数据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14F585-479A-4490-9981-843033FE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385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订单、物流、客户身份统一检索。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2560FA-5A99-406C-8D63-DB8AFD7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52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9EF7D7-E3AA-4777-ADD6-745AF9A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957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4B1ADD-0687-4A43-A72F-2A860307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773A18-821E-498B-8855-4ABD4D1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766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再生成草稿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A9124A-72D2-4C99-A73D-54E35C6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148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给客服可编辑话术，不直接越权。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889101-0C5E-4023-852F-0D52B41A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52313C-F252-4C28-BA59-C8D5B44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72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4E0C82-9D16-4130-B7A6-14DEA65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96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3BBBD1-3EB7-40EA-99C5-357B997C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529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高风险拦截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ABF4B5-469B-495F-90E0-C1F57F1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911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退款、补偿、承诺时间必须人工审核。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9573679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4E0DA-2CF8-43D8-914A-4C0A731B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205D-CA89-451A-B1D8-A9075B9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26BDC-37D1-4028-B953-4BC4CC1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2AE66-52F0-4420-8EBD-DC5822BB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264A0-4554-4998-8C8B-A2E635C7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759A2-B6A2-4DE6-BD6F-802D3E63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3CD00-9827-4A32-A48E-9E4F54E0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F44A7-ADBA-42CC-A7EE-F79391E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1E491-5086-4832-AAD9-BA02ADC7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FBC37-43B3-4E3D-82EB-EE28438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3DA43-C801-403F-8CDA-3123EC8C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075F7-8462-4C81-A648-94D5EB7C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B7570-81C4-4193-924D-4C8C926B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29197-6DDD-4FF1-AAE6-17FE803F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31737-F541-40A8-A2F7-CF641B2A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DFA32-0853-4C3A-90D3-52523EBB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819B-0617-4AF1-8ED5-5B0E9E7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先把容易验证的接入跑稳，再接高权限平台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85AD8-69E7-452C-8BBF-AEF56D2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一期不承诺所有平台全通。先拿低难度渠道证明业务闭环，再按官方 API（接口）权限逐步扩展。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001C5-7489-4C83-99B8-ABD3966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5334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411A7-217E-46FB-A229-1DBFEF73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0AA75-6F99-4BCB-B36E-0F02A5A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85648-8F9C-4311-9E3C-983183FE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2152650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接入策略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9CB53-46D8-4A0D-A1CC-EB17A9EC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DB488-98DB-4E97-8BA5-3936722A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独立站聊天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A14DD-5CBF-4822-ABB9-0BABF676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优先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EC6DE-E97D-4F98-AB0C-D6A95026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2619375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模拟到真实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5C0EB-68E9-4B38-9E3E-891C651F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2396E-E3D9-4D3A-8BE7-F6EF0563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独立站表单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86BA0-CED3-404E-98D0-D6027E70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优先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34BA3-DDBC-44DC-A871-34058958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3086100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Webhook（事件推送）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FB1AE3-0223-4511-8CE2-B7B14C40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603BA-BFE1-41AE-8587-8F25A1A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邮件客服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476C0-2A60-4107-BC38-C00E037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528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优先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532BE-FBC1-4DA8-B520-808DCE3F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3552825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收件解析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5A6A4-8982-4014-B4EF-F8160B24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A254D9-80CE-4D45-94F4-3604219A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飞书通知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F219C5-B120-4457-82C7-C43D3582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95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优先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79357-B410-4B55-8D3F-D8F5FC8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4019550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内部协同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782D04-6EA9-4ABB-93A0-68BEC9A6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C15891-A4B8-479D-BB7E-B24BCC61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企业微信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94DC56-B1E3-42EA-8303-C316F9E2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862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791C59-C020-4154-B1B8-01D74222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4486275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官方应用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5719E6-0481-4E59-932E-FD1F69EC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D32D1-ADF4-4A5C-8CDE-8EED14B5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WhatsApp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9D7655-6B55-4340-8D20-9C94343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A8097B-7BD1-4E80-8EA8-6B728005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4953000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Business Platform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95B35C-EA7A-4841-80B0-B201C652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7DB4FB-AE68-4DE5-B5E7-75188B0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17068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抖音 / TikTok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6253F1-8BA9-4331-A16F-16A26AA8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97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ED3B3D-4F9B-40D7-83F4-B2E1FB7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590" y="5419725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官方权限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4D20C2-B8AD-49BE-B95E-A4154E7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4095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005F31-F264-4D2B-AD6C-16C57488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接入不是“填密钥就完了”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440978-7126-49D8-92AC-37A1EAF0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065320-E7BE-4F40-99B2-F9A367F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F687FA-DD38-4DC1-8197-F0D6243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8690F9-341B-4935-9F0B-E0B29968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384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账号准备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7FF47A-B5D9-4E0F-BDBF-AA13AD4D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7660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客户提供测试账号，权限最小化。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4285B1-B14A-43AA-8454-678324D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195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804A3F-1074-424E-AF77-E223ECE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62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1066A0-3486-4ECF-A897-95F0BED9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DD9824-8252-45E8-B850-C331140D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433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连接验证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E68513-1786-4019-A797-97D92469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8145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只显示接入状态，不保存真实密钥在前端。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A81EBC-9A6E-47BC-AA66-72C48416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243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E805D4-0BB0-4700-86CB-8C9AAC0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672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47AEB7-821B-41CD-8EA6-E2E3AFB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148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D3F812-5209-4C59-AF53-51FA47B8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481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同步日志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AACE89-D708-4F3F-BE64-C455FED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8630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每次拉取、失败、重试都留记录。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81095A-3CF7-44A9-8D01-58FB141C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292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DFD932-80A7-4D43-8862-4363188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72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E2C316-704D-474C-B277-282BA4F0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97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036FA7-615C-4BB2-B701-82F1141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530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数据标记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97678B-B0C6-49A7-8019-A3EFDA9F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9115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Demo 数据、模拟数据、数据库数据、真实接口数据必须区分。</a:t>
            </a:r>
          </a:p>
        </p:txBody>
      </p:sp>
    </p:spTree>
    <p:extLst>
      <p:ext uri="{BB962C8B-B14F-4D97-AF65-F5344CB8AC3E}">
        <p14:creationId xmlns:p14="http://schemas.microsoft.com/office/powerpoint/2010/main" val="9922161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3D9A7-E715-4593-9B88-4F68A14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08F25-8947-43FB-B614-9D12339C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7C6D1-20D1-47DF-95EE-7A9C214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C741C-64D7-4F7C-9A58-58ABF901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A23F9-9C0F-4D75-809F-7579E17E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92421-B418-469A-A130-0C2908E4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E86F1-7571-45C6-91C7-EE6553C9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EBB5C-D13F-4F5F-8A88-3022E0F7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B2FE8-8A70-409A-A800-6B4A400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E1B44-73DD-476D-8DE5-DFC0E824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38B24-CC21-432F-AB08-8542A6E3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F50C3-199A-4B80-ACA9-AFCD176E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13F67-E5EE-4B46-A718-CD370838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3E1C3-86AB-4983-B7F7-5AE97B6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DD0F1-2E2C-426D-AE84-FCB426A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A28D4-F2BE-429C-BFA8-836B8DC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素材投流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DBE71-CD69-4477-9A61-30DB7C7B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把短视频、广告数据和订单结果连成一条增长线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87951-018D-4A21-BF2C-7273874D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不替代投手决策，但能把素材表现、受众反馈和成交结果每天整理成可执行建议。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53CFD-E1D3-4E18-A07F-5F9868A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477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CD29B-D260-4E3E-96B1-5688969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92590-5234-4938-8DD8-08DBB6B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TK 短视频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A43E8-15C0-4AC5-86D9-5B8F671F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765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2FDFC-4776-4A9C-AFC9-D9D761E3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43018-F895-4E48-AC2F-4D5638DC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广告投放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1C6EE-1CA0-40CE-A09B-5D25475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765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888FE-BE0D-458D-A5BB-3AACA02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7C6DB-1781-4FF3-BD8D-6D4661EF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客服反馈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C6E26-8FD6-4C67-B155-6D522516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AED67-0432-4437-96BB-CBAD858E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CF27E6-6AF4-4AB6-B3B9-FD4BD6E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D61F1D-DB7B-409C-8637-D601AE05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010CA8-D816-430F-A217-5A0E2BA9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387AF-158A-4233-9C83-7366DB7E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AI 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D5D596-1531-46D2-B94B-8BB0B574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4857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5F3D99-E629-4F74-8393-F0E2F5C0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每天输出什么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6F32C-3CC8-4572-9D3F-6921377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哪些素材带来询盘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28588F-6D87-4E57-B378-DD612BA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哪些卖点更容易成交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2A2454-E305-498B-B5C2-9305538B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哪些国家/语言反馈更好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D4FBAC-F663-4CD2-B0AF-20374027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哪些广告预算需要保守调整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53C40-2716-4DA0-8474-2D10A65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4419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72F82D-8120-4A28-AC3A-64A24C84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客户能直接看到的效果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1AEF2D-30A8-4C1E-9A59-018F806E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6750"/>
            <a:ext cx="114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450B95-4DFB-45CD-B30C-71C89DA3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CPA（获客成本）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191F00-D99F-4996-8376-85A4C8C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00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下降趋势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6703E0-6BE9-4F34-A0D1-F23064E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模拟指标，不作为承诺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E4145E-2505-43C9-8698-4748752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114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BA216D-95E0-4C9C-992D-207D9A2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ROAS（广告回报）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20AA10-65AB-405A-A874-6BC8E4E7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按日复盘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A82A14-99B9-4DF3-A4BA-08EDB5C2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广告数据进入中台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D4C831-09E2-4AF7-9770-E0A1D18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114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2604C6-FDBF-4F1E-8516-FF5728DB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29150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素材风险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FE87E5-3C0A-42AB-8C41-38FF35D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00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提前提示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084718-89A3-4961-9451-58E56710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差评/退货关联</a:t>
            </a:r>
          </a:p>
        </p:txBody>
      </p:sp>
    </p:spTree>
    <p:extLst>
      <p:ext uri="{BB962C8B-B14F-4D97-AF65-F5344CB8AC3E}">
        <p14:creationId xmlns:p14="http://schemas.microsoft.com/office/powerpoint/2010/main" val="15265233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35B0C9-F892-4CBB-BCA2-12A08157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E44ED-67CF-426D-9516-90C13178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C05E3-16CB-4138-90DF-7E5DD4E5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7F354-9BA1-4D67-9351-A47FE552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865EC-7CE8-4121-8882-8E8FB1C8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B92CA-CABF-4FDF-B0D3-0F99E75B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29335-5981-4C77-B042-47132A72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64A2B-288E-4721-A5C3-FF90619C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29167-4DDE-431B-A5FD-8DEC6A92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07D24-86C0-4DD9-A401-75900B63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39019-E9A8-4FC2-A77E-F1C24A8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68123-09EA-4849-A77F-BD247505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636C1-BA9E-4374-A6E8-871C06A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3B8BB-8C5A-43DA-A1EB-FDA29F6B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4FA79-8F44-4F0C-A081-F4ED7312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C47DA-DE87-45F7-9CBD-C18ECC67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达人 BD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83144-E170-4B7E-8489-2786FDD2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达人建联不再只靠聊天记录和表格记忆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F2C53-5A4B-4BD3-AD31-EC02913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适合跨境腕表类目：把达人资料、沟通状态、报价、样品、内容发布和订单反馈沉淀到同一套流程。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D6311-A267-4DFF-BE2E-0FD1A371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65AF9-F07C-484C-AE9D-4CE1084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E2B29-2757-4E46-9283-512AFD72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BD1E4-6A78-4BCE-BB4A-F37FA782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145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CFDFB-6FC4-4618-A0C9-E2B2E3AE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国家、粉丝、内容风格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09F9E-33EE-4952-8924-652D994B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6F1DD-2ECF-4E02-A43B-EB4F1F76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A19B0-0E12-4540-932C-B3F34720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C86CC-CD1A-4C5D-937A-EF25DC8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145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948F7-46CF-4879-8475-C26E9B20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邮件/社媒话术草稿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24261-3CA3-4728-801A-DB64B6CD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3CD3C6-C4D6-41E7-B769-2D78F97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C666E-C19E-4A97-9C57-D8902B2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77BD78-9EAF-45AB-BF52-9E9DF05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145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4617E1-3C55-4E62-BBCE-8EF6AC4D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52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预算、佣金、样品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527ED-074A-40DB-8EF6-828721C1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BD547C-4119-43F5-9F7B-FD26DA8C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A57DCB-C8C2-43C6-9368-8078714F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DD2456-D861-41DA-A914-9BF88ED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145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D41E6F-6EB9-4F3E-BD3F-2EA193E0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内容发布时间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196729-2C9D-4C03-B1FE-4E94BF44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907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00586B-FD0F-49D8-B4A6-8200CE1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336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A83DBC-0A9F-4FF1-AF10-EB8CD42D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969CA1-EA59-403A-BF2E-E14ADED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145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54C9D-55FD-4F0E-90A0-16C7407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52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订单和互动表现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46401F-E665-43E0-9834-B8D283A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762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ACA991-3EAA-42F9-A64E-5C210525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BD 工作台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581DFA-3A47-434D-ADA7-F5E2537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系统把“达人是谁、聊到哪一步、是否寄样、是否产出内容、是否带来客户咨询”串起来，减少新人交接成本。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B20A08-D86E-450A-8EB6-4987DA96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4095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F20049-6A30-4875-898E-DDE2DEE5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适合辅助什么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73B48C-C0DC-422F-9439-032D26F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生成建联草稿、总结沟通记录、提醒下一步跟进、按国家语言做口语化翻译。涉及报价和承诺时必须人工确认。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8112309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1ECC5-BC84-495F-861D-8B563F45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9F092-289B-4FAF-8147-EC05315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5758C-96B0-4DD0-9165-4D58B32F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ADE3E-EC62-43C4-A843-41683F1F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FEB69-C9C9-48F8-9CEC-AE55ED9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A2396-60D2-4F76-AB05-637F5185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59F46-3A8B-4F96-9BA4-E6446E2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FE990-8F75-420B-AF8B-75640453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0C95A-1612-4A1C-A9A2-78A5E9A3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3DE0C-3CF6-4C21-BE83-ECB358C9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11C46-0324-40F0-9797-027DD981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CB291-3F34-4FF9-9F9A-D7FE11B8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14538-A1B9-4DB9-B8F0-D792DD06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CE5D1-B564-408F-BC94-F6EEE50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6D172-52C5-477F-8F75-234701A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88D5B-8280-4137-8824-5E9D4C4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飞书与邮件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7BA91-54B1-46E2-B2FA-770DA128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输出到团队熟悉的工具，但主控仍在平台里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CEF4B-D95D-4348-AEAA-250E7CDF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飞书用于日报和多维表格协同，邮件用于客户祝福、信息提醒和售后跟进草稿。平台保留审批、日志和权限。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736FA-708A-4334-A70F-4C3B06C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334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0CE31-049E-43F4-A403-CB3EA32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飞书多维表格输出示例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353F6-7DA1-4335-89F3-7B7F87A6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624D5-323D-42FA-83A7-BC108596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49B32-D7C1-4382-BFFC-FB791D5D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41B5B-A41E-40AD-848B-58FCA9D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33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B7470-EB0F-4193-9ECF-C9921B1D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5D871-9673-4768-94D8-0FDA31B3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客服日报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2B4E0-E81F-47FF-ACA7-5C1D36F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242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离线托管结果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0D0C3-765B-4DC8-A537-E5AFA11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242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晨会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99F4E-77C8-41F6-A73D-5C34F11D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79E5D-7743-483D-845D-5786A942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订单风险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DFA76-7AF9-4966-A9A4-4E669EE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异常物流/售后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BE3E07-0AFD-4810-A68D-83EDFBE6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跟进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671BE-06B1-49FC-8795-181E2F7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9F920-2858-4A50-882E-ABF508E8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达人 BD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F6496E-0C44-485F-BD05-CB85731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052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建联状态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ACC544-1574-413E-872E-0CAF30F5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052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推进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706475-76A5-4175-A16D-90F1460B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170D8B-2636-4CE9-B229-6CFF24F3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投流复盘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F6259-59AB-4312-A406-5E27268E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素材/广告表现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B7DBBD-D2B6-4157-86E0-57F9E29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4700B8-3039-4C90-9D83-E1A0E922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A853A8-8561-4EA8-8F1A-130942F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审核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F6C385-9C5E-4295-AE98-2A310F07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86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草稿与审批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687E5F-1F47-491D-B787-D8B0452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863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77B23D-7CFB-4992-8B2E-93346CE6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3810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0EFC33-8ADC-4A35-B169-D059AA23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邮件自动化边界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4A248A-9997-4B61-A4DF-FE6BE6A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ADE80"/>
                </a:solidFill>
                <a:latin typeface="Microsoft YaHei"/>
                <a:ea typeface="Microsoft YaHei"/>
                <a:cs typeface="Microsoft YaHei"/>
              </a:rPr>
              <a:t>可以做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6835D6-E557-43BC-AB39-E9472198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生日/节日祝福草稿、物流提醒草稿、售后跟进草稿、英文润色。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5F0FC6-D463-4347-AEF5-7B10FD5A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必须审核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7CC7A4-98F8-410A-94BD-3E9800F9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真实发送、退款补偿、价格承诺、敏感客户信息处理，都不能绕过人工确认。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3774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8EA61-D5D8-43CE-B6FB-6F0B619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BB115-6E7D-407B-AA09-D2B610C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24AB3-9F0D-43C4-8C24-2A743FFB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72F8C-226C-4278-B91B-81F5E8E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48004-42D1-483B-BEDC-310EB89E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1DFF3-E889-46B5-B082-0EEDDB4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D7B12-0EE3-402F-BD45-86E2A78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8E029-DC7F-46E2-B1CB-BEA09E0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2A196-2BD8-4C26-B1CE-49F062D7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BD379-0F1C-479D-B7E9-DA92660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927EC-184E-417F-A1C3-9E4EE73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E32E6-CA68-4275-9DD1-EE7B903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B24B9-F068-4788-A70A-80B5AD0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0CBF6-09C9-4B6B-B708-E3DC38F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9D690-B8BB-43F3-91ED-0ED426D9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F8AD6-C747-48E8-93C0-B9940E32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交付安全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C316E-2B68-4F19-BD82-3E97616F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商用交付先看护栏，再看功能数量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76726-6EA5-488C-B99A-68A3DFCC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给客户交付时，系统必须能回答：谁看了什么、谁改了什么、AI 为什么这样建议、是否有人审核过。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B17B3-8ECC-423B-AD02-6FADD233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C2E11-84E7-4789-9296-4833176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3C482-44E0-43CD-844A-F84C6446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88D6C-E3FA-46D2-9121-8045D2E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多客户隔离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B7402-AE7E-4560-A8E4-1DC98A7B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每个客户公司是独立租户，数据不能串。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B0788-92B0-4108-A732-42578D44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ACEBF-64C4-44A8-B8FF-21AE2A54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A958B-1A4B-4843-BD6B-8CEB0F3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0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541C0-470A-4976-A97C-14999009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角色权限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361D3-FA95-48A4-87B6-BEB26C4B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管理员、客服、运营、审核人权限分开。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E6DCA-8A42-43C7-8150-E9EAF2F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719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7860DC-1033-4E19-99B3-ACF747A2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17C3F7-500C-4796-B0A5-FCB491B5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93CC68-0401-4B28-95FA-B070D4C8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审批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A1A93-F927-40D6-A8D0-84AF8C74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高风险回复必须人工确认。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8A2213-88D7-4F20-8F1C-F7F34A9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2B3043-61FD-46A0-A092-03DC0E3B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4DA659-D505-413F-A2BF-6E38539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1319BA-6C05-4F7B-9896-8F6111AA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DB3F19-DE39-4698-92F1-9F41E79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消息、草稿、审批、同步全部留痕。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FC3450-2DE3-4E9E-A283-CDAD493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12143C-0612-4403-9DA6-6FB7647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00650"/>
            <a:ext cx="807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客户可放心试点的关键：Demo 可以快，但生产环境必须有登录、租户、权限、数据库、审批和日志。</a:t>
            </a:r>
          </a:p>
        </p:txBody>
      </p:sp>
    </p:spTree>
    <p:extLst>
      <p:ext uri="{BB962C8B-B14F-4D97-AF65-F5344CB8AC3E}">
        <p14:creationId xmlns:p14="http://schemas.microsoft.com/office/powerpoint/2010/main" val="17206771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86F22-DC13-43E2-837F-1F402DB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E8D8-7CC8-4E99-8CB7-3539723E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6F178-666E-4235-BA98-56ED3BFF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589C6-E483-4F3F-B293-222317A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AA0A1-8632-4DEE-B82E-9A58243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091F0-6B39-45BD-A299-151E0D4C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61C5C-6E34-4E84-A66F-AA9DBE3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41CB-CB7D-4CFF-ABB2-CF585160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69CC5-D37B-45B2-9C3A-BF9341F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5EE2A-7FF7-4E1D-84D4-4797418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1FC15-781C-4D4F-B87F-D1379E7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E7BED-A69D-4853-923F-1D3DEFB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6E06F-6A57-4632-9974-8F008609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1F519-7075-47F7-8505-A36A2CC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C5314-06E6-48DB-8578-83E195E7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39721-B62F-4888-85D4-57F57AC6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交付路线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2A3FA-0BEA-4E3E-A7E2-79E6898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8-10 周先跑出可验收 MVP，再逐步扩展真实接入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D2F5A-D897-4199-B389-CC4ED77A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以 2026-06-01 到 2026-08-07 为一期试点节奏，优先用自有业务测试，再向客户交付演示和试点。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62801-C00C-4A20-9AF0-E820E233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37243-C571-4ED1-9492-4955CFB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C2491-B988-4897-8C36-F2059AC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计划中文化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Demo 整理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客服原型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98BDF-5F96-4EA5-869E-DDBE1DD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06783-143B-4CE3-8141-B5C5B961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F0241-66EB-4707-9722-2D8EF85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数据库模型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权限模型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消息模型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6B1C6-284C-431D-8316-374BE135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F54AA-7C4A-445E-B7A2-B7F8AF00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19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1EAB3-0E22-43F9-A2FE-5224BE4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独立站聊天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表单模拟接入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4FEF1-DCD4-48CB-90CE-C13017F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76DE4-FE3A-44D6-AD03-A566642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E2C1D-580A-4FF8-8A3F-9044A5ED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05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邮件客服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托管日报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飞书通知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23572-93E2-47EF-9F0E-EB2E4854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DFDE3B-8DF0-42AC-B2D6-2D77BD7F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5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C1CE8-07B2-4EE3-9DE9-A889DEE4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051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订单物流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会话关联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1A944F-E66F-4C6C-82AF-D715711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0864CF-3021-4A91-9C7C-C361A4F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6 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971B6-8AA4-4704-827A-0064E770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达人 BD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素材投流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84B84C-6116-4F1A-9BC2-86AAC3C7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C4F616-E0ED-4432-BF3B-B391FB07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7 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A98DF-AF70-44AB-BC22-29209B7A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67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手机端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轻工作台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14D70D-E839-4512-80ED-D051DA07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00B86A-F98F-401E-8C1A-B1D879F6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8 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15CBBF-7CF9-438A-BBDA-22C0FDA1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67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内部试点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自有数据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0AF9A5-EF82-4778-A90B-F24F6964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589137-90D3-4BC6-A13A-2B79634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9 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3E73E5-F802-49A5-A0AB-097C3032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客户演示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试点准备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DE2381-8816-419A-9F41-F83DD8D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62E675-2746-42B4-9B04-00161CF0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第 10 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8A294E-29EC-4BDA-A99F-4D9A0272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67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MVP 验收</a:t>
            </a:r>
          </a:p>
          <a:p xmlns:a="http://schemas.openxmlformats.org/drawingml/2006/main">
            <a:pPr algn="l">
              <a:def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部署交付</a:t>
            </a:r>
          </a:p>
        </p:txBody>
      </p:sp>
    </p:spTree>
    <p:extLst>
      <p:ext uri="{BB962C8B-B14F-4D97-AF65-F5344CB8AC3E}">
        <p14:creationId xmlns:p14="http://schemas.microsoft.com/office/powerpoint/2010/main" val="5889880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9CE52-F24B-469E-8E0F-C9221D7D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FEEDE-C8A1-40F0-9A82-3B97EB4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5660-C5FB-4E6A-A67A-1F556200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0707A"/>
                </a:solidFill>
                <a:latin typeface="Microsoft YaHei"/>
                <a:ea typeface="Microsoft YaHei"/>
                <a:cs typeface="Microsoft YaHei"/>
              </a:rPr>
              <a:t>AI 电商自动化运营平台 | 客户演示版 |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6B3ED-A998-491C-88CE-BF0CF07E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5619A-FC18-4ACD-B231-C404139C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364CB-E8BD-40E0-B001-3B2812D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AB386-1FA8-46A4-976F-6700CDE7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AAF3D-4AB6-4F9A-AAB4-92DB9EC5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76F1C-D682-47AF-BEF7-D448355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428B4-F964-49EE-BB13-65E312A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7FFB-9210-4580-B328-B8B0CDBF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8564F-11D1-485E-A8A9-B7821A92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B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C3AAC-9DE1-4D9A-BE6F-8EB9AEAA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增长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9568A-490B-4668-9820-203EB19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579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061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6D4C0-0E3C-4261-86C0-B525A2A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0F12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7572A-DF52-451D-BF56-1A467E2D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建议试点结论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FD3FC-904F-4C37-9467-4E154AB7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先用你们自己的业务跑出一套可验收样板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AD665-DD50-4158-A181-3FED1F85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一期开通低风险渠道和模拟数据闭环，证明每天能减少重复查询、减少漏单漏回复、提升复盘效率；再按客户渠道权限扩展真实接入。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C6EF7-26A3-4D57-9F13-0E6C27EB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C5AE7-B87A-4E1E-84E8-0E2CA68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试点成功标准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2820F-F67F-45B7-A36A-EC27587B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客服消息统一进入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AI 草稿可审核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离线日报可使用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订单物流可追溯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飞书输出可复盘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DD71D-B736-4886-8D63-1B533A00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F"/>
          </a:solidFill>
          <a:ln xmlns:a="http://schemas.openxmlformats.org/drawingml/2006/main" w="9525">
            <a:solidFill>
              <a:srgbClr val="2F2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7E6B6-6F40-4C35-86C2-A0630BEE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客户需要准备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9EF6E-1555-45E9-AD9F-144CD59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测试账号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业务流程负责人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客服话术边界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订单物流字段</a:t>
            </a:r>
          </a:p>
          <a:p xmlns:a="http://schemas.openxmlformats.org/drawingml/2006/main">
            <a:pPr algn="l">
              <a:def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0B0B8"/>
                </a:solidFill>
                <a:latin typeface="Microsoft YaHei"/>
                <a:ea typeface="Microsoft YaHei"/>
                <a:cs typeface="Microsoft YaHei"/>
              </a:rPr>
              <a:t>飞书协同表规则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59CBC-82B5-406C-A2B5-148594FE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61A"/>
          </a:solidFill>
          <a:ln xmlns:a="http://schemas.openxmlformats.org/drawingml/2006/main" w="9525">
            <a:solidFill>
              <a:srgbClr val="F5D0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7D07C-724F-42AA-8684-01A1C46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D061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170AD-1F57-40CC-A5A7-502EBFDE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确定试点范围 → 接入低风险渠道 → 跑 2 周业务数据 → 做客户验收演示。</a:t>
            </a:r>
          </a:p>
        </p:txBody>
      </p:sp>
    </p:spTree>
    <p:extLst>
      <p:ext uri="{BB962C8B-B14F-4D97-AF65-F5344CB8AC3E}">
        <p14:creationId xmlns:p14="http://schemas.microsoft.com/office/powerpoint/2010/main" val="2095207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2026-06-02T08:03:37.1730000Z</dcterms:created>
  <dcterms:modified xsi:type="dcterms:W3CDTF">2026-06-02T08:03:37.1730000Z</dcterms:modified>
</coreProperties>
</file>